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4000" b="1">
                <a:solidFill>
                  <a:srgbClr val="FFFFFF"/>
                </a:solidFill>
                <a:latin typeface="Calibri"/>
              </a:rPr>
              <a:t>Premier League Salary Tier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 b="0">
                <a:solidFill>
                  <a:srgbClr val="E6ECF8"/>
                </a:solidFill>
                <a:latin typeface="Calibri"/>
              </a:rPr>
              <a:t>Predicting Low / Medium / High wage tiers from a single FBRef stats season (2024–25)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Yash  ·  Salary Classification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37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FFC870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  <a:latin typeface="Calibri"/>
              </a:rPr>
              <a:t>Merging Stats and Salaries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555555"/>
                </a:solidFill>
                <a:latin typeface="Calibri"/>
              </a:rPr>
              <a:t>Joining FBRef performance data with wage data — exact first, fuzzy second.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Merge strategy: exact first, then fuzzy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Two-pass join keyed on a normalized player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Normalize names (lowercase, strip accents, drop punctuation) on both sides.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Pass 1 — exact merge on the normalized name.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Pass 2 — only for the leftover unmatched players, run rapidfuzz.token_sort_ratio.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Accept a fuzzy match when the score clears the cutoff defined in CONFIG.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Fill the wage fields from the matched salary row; drop anyone still unmatched (no label = no supervised signal).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1 · Data merge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Merge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How many players survived the join, and how (numbers come from the notebook run).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≈ 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Total players (stats)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613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Majority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613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Exact matches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506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Small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506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Fuzzy matches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99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399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Few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399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Unmatched → dropped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Print-out in notebook covers: total players, exact count, fuzzy count, and the unmatched list.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Final modelling set after merge + GK exclusion: 359 players → 287 train / 72 test.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Talking point: dropping unmatched is intentional — they cannot be labelled with a wage tier.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1 · Data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37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FFC870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  <a:latin typeface="Calibri"/>
              </a:rPr>
              <a:t>Class Balance &amp; Split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555555"/>
                </a:solidFill>
                <a:latin typeface="Calibri"/>
              </a:rPr>
              <a:t>Stratifying by position × tier so train and test see the same mix.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Class balance by position and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Tiers are formed within each position to keep them comparable.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Tiers (Low / Medium / High) are computed via within-position wage percentiles.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Plot of class counts grouped by position × tier exposes any thin cells.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Defenders and midfielders dominate; forwards are smaller but well-paid on average.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This view tells us which combinations risk being under-sampled in CV.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2 · Splitting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Train / test split (80 / 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Stratified on a combined position + tier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287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613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613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506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80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506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3990" y="1920240"/>
            <a:ext cx="2640330" cy="1188720"/>
          </a:xfrm>
          <a:prstGeom prst="roundRect">
            <a:avLst/>
          </a:prstGeom>
          <a:solidFill>
            <a:srgbClr val="F2F4F8"/>
          </a:solidFill>
          <a:ln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3990" y="2057400"/>
            <a:ext cx="264033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B3D91"/>
                </a:solidFill>
                <a:latin typeface="Calibri"/>
              </a:rPr>
              <a:t>pos_+_tier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3990" y="2633472"/>
            <a:ext cx="26403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Stratify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stratify = pos + "_" + salary_tier preserves the tier mix inside every position.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Without it, a position with few High-tier players could lose them entirely from train or test.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Same key is reused for the StratifiedKFold splits during cross-validation.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2 · Splitting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37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FFC870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  <a:latin typeface="Calibri"/>
              </a:rPr>
              <a:t>Training &amp;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555555"/>
                </a:solidFill>
                <a:latin typeface="Calibri"/>
              </a:rPr>
              <a:t>Three models, shared folds, picked by CV macro-F1.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How models are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Shared StratifiedKFold splits + cross_val_score on macro-F1.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Models evaluated: Logistic Regression, Random Forest, XGBoost.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Same StratifiedKFold object passed to all three → identical folds, fair comparison.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Scoring metric: macro-F1 (treats all three tiers equally, important with class imbalance).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Selection rule: pick the model with the highest mean CV macro-F1 on the training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3 · Modelling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Results and selected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Logistic Regression wins on CV, but the test picture is messier.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CV macro-F1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Test macro-F1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Logistic Regression  (selected)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1">
                          <a:solidFill>
                            <a:srgbClr val="222222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0.371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500" b="0">
                          <a:solidFill>
                            <a:srgbClr val="222222"/>
                          </a:solidFill>
                          <a:latin typeface="Calibri"/>
                        </a:rPr>
                        <a:t>0.402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Selection rule chooses LR on CV mean — but RF/XGB generalise better on the held-out 72.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Talking point: that gap is the classic CV vs test disagreement on small data; we discuss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3 · Modelling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37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FFC870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555555"/>
                </a:solidFill>
                <a:latin typeface="Calibri"/>
              </a:rPr>
              <a:t>What the dataset cannot tell us — and how to fix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Where the model is weak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Most of the weakness traces back to missing feature families.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Missing feature families: xG, progressive carries/passes, possession, defensive events.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Defenders are likely under-modelled — the available stats reward attacking output.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Position simplification (collapsing into MF/DF/FW) introduces noise across hybrid roles.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Name matching can still drop players even after fuzzy fallback.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4 · Limitations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Suggested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Each addresses one of the limitations above.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Pull richer FBRef tables (shooting, passing, possession, defensive actions).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Constrain fuzzy matching to the same squad → reduces wrong-player collisions.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Treat the target as ordinal (Low &lt; Medium &lt; High) instead of plain multi-class.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Engineer position-specific features so defenders aren’t judged purely on attacking stats.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4 · Limitations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37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1">
                <a:solidFill>
                  <a:srgbClr val="FFC870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600" b="1">
                <a:solidFill>
                  <a:srgbClr val="FFFFFF"/>
                </a:solidFill>
                <a:latin typeface="Calibri"/>
              </a:rPr>
              <a:t>Inaccurate Classifications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555555"/>
                </a:solidFill>
                <a:latin typeface="Calibri"/>
              </a:rPr>
              <a:t>Where the model gets specific players wrong, and why.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Anomalies in the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Concrete cases highlight what the feature set can’t see.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Trent Alexander-Arnold flagged as struggling in 2025 — model misses progression / creation stats that justify his wage.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Similar misses happen with deep-lying playmakers and ball-playing centre-backs.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Pattern: when value comes from passing, possession, or chance creation, our features under-rate it.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Adds weight to the next-steps list: richer features and ordinal targets should reduce these specific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Section 5 · Anomalies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3200" b="1">
                <a:solidFill>
                  <a:srgbClr val="0B3D91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0">
                <a:solidFill>
                  <a:srgbClr val="555555"/>
                </a:solidFill>
                <a:latin typeface="Calibri"/>
              </a:rPr>
              <a:t>What we built, what it shows, what’s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Pipeline: clean stats → exact + fuzzy salary merge → within-position tiers → stratified split → 3 models.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Selected by CV macro-F1: Logistic Regression (0.446 CV / 0.265 test).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Tree models generalise better on test — a sign that with richer features we should re-evaluate.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Next: add xG / progression / defensive features, ordinal target, squad-aware matching.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555555"/>
                </a:solidFill>
                <a:latin typeface="Calibri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